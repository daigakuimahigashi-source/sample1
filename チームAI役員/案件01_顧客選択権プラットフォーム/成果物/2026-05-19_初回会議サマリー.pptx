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顧客選択権プラットフォーム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初回役員会議サマリー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4A7C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2026年5月19日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焼肉ここから AI役員会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4A7CFF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背景・課題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" cy="365760"/>
          </a:xfrm>
          <a:prstGeom prst="ellipse">
            <a:avLst/>
          </a:prstGeom>
          <a:solidFill>
            <a:srgbClr val="4A7C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企業の管理強化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顧客情報＝「会社の資産」という考え方が一般化。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担当者の退職・独立時に顧客への接触が制限される。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7680960" cy="914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84832"/>
            <a:ext cx="365760" cy="365760"/>
          </a:xfrm>
          <a:prstGeom prst="ellipse">
            <a:avLst/>
          </a:prstGeom>
          <a:solidFill>
            <a:srgbClr val="4A7C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039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顧客の選択権の不在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0" y="19933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「この人に相談したい」という顧客自身の意思が、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現在の仕組みでは反映されない。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7680960" cy="914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72384"/>
            <a:ext cx="365760" cy="365760"/>
          </a:xfrm>
          <a:prstGeom prst="ellipse">
            <a:avLst/>
          </a:prstGeom>
          <a:solidFill>
            <a:srgbClr val="4A7C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026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信頼は「人」につく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23360" y="29809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保険という商品だけでなく、担当者の人格・提案力・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キャリア・人生経験への総合的な信頼。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67912"/>
            <a:ext cx="7680960" cy="914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059936"/>
            <a:ext cx="365760" cy="365760"/>
          </a:xfrm>
          <a:prstGeom prst="ellipse">
            <a:avLst/>
          </a:prstGeom>
          <a:solidFill>
            <a:srgbClr val="4A7C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014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社会の変化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0" y="39684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フリーランス化・独立・転職が当たり前の社会。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「会社単位」→「人単位」の信頼関係へ。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ビジネスアイデア概要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188720"/>
          </a:xfrm>
          <a:prstGeom prst="roundRect">
            <a:avLst>
              <a:gd name="adj" fmla="val 11538"/>
            </a:avLst>
          </a:prstGeom>
          <a:solidFill>
            <a:srgbClr val="F0F2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顧客が「この人に相談したい」という意思を、
</a:t>
            </a:r>
            <a:pPr algn="ctr" indent="0" marL="0">
              <a:buNone/>
            </a:pPr>
            <a:r>
              <a:rPr lang="en-US" sz="1600" b="1" dirty="0">
                <a:solidFill>
                  <a:srgbClr val="4A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電子署名・電子依頼書で正式に残せるプラットフォーム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5146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4A7C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依頼主体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あくまで顧客側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（担当者からの持ち出しとは切り分け）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5146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4A7CFF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2514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「顧客の意思」を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可視化・証明すること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25146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4A7CF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514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 → 税理士・士業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コンサル・美容師等へ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市場機会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606040" cy="73152"/>
          </a:xfrm>
          <a:prstGeom prst="rect">
            <a:avLst/>
          </a:prstGeom>
          <a:solidFill>
            <a:srgbClr val="4A7C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ブルーオーシャン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直接的な競合が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ほぼ存在しない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未開拓市場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60604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横展開の可能性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 → 税理士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士業 → コンサル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美容師 → 医師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0604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社会トレンド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フリーランス化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副業・転職の一般化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「人」への信頼重視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「人に顧客がつく業界」全般への応用を想定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役員会での主要論点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66928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役員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主な意見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厳しさ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華山CMO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共感喚起力が極めて高い。SNSで刺さるメッセージ。ただし需要喚起のタイミング設計が課題。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堅実CTO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技術的に実現可能（電子署名API+eKYC）。MVP 500-1000万円。まずGoogleフォームで簡易検証すべき。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現場鉄男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顧客主体性の線引きが現場では曖昧。「体裁を整えるための道具」に成り下がるリスクあり。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鬼頭CFO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TAM年間数千人。年商2500万で赤字。課金主体不在。単独事業に疑問。既存PFの一機能として組込みを提案。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石橋法務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競業避止義務との衝突、保険業法違反リスク、個人情報保護法の論点。法律意見書の取得が必須。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収益モデルの課題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DF0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核心的な問題：「課金主体が不在」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0F2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担当者課金モデル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「結局、営業側が顧客に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書かせたのでは？」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という疑念が発生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信頼性に疑問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0F2F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顧客課金モデル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「なぜ顧客がお金を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払うのか」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「誘導ではないか」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倫理的に問題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検討すべき3つの方向性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4160520"/>
            <a:ext cx="320040" cy="320040"/>
          </a:xfrm>
          <a:prstGeom prst="ellipse">
            <a:avLst/>
          </a:prstGeom>
          <a:solidFill>
            <a:srgbClr val="4A7C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単独サービス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416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独自の収益モデル構築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4023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0440" y="4160520"/>
            <a:ext cx="320040" cy="320040"/>
          </a:xfrm>
          <a:prstGeom prst="ellipse">
            <a:avLst/>
          </a:prstGeom>
          <a:solidFill>
            <a:srgbClr val="4A7CFF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既存PFの一機能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4416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独立支援PF・転職エージェントに組込み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0233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4160520"/>
            <a:ext cx="320040" cy="320040"/>
          </a:xfrm>
          <a:prstGeom prst="ellipse">
            <a:avLst/>
          </a:prstGeom>
          <a:solidFill>
            <a:srgbClr val="4A7C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業界団体向けSaaS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4416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業界標準インフラとして提供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リスク一覧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73152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リスク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指摘者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深刻度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競業避止義務違反の助長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石橋法務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事業化前に法律意見書を取得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保険業法違反リスク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石橋法務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弁護士に業法該当性を確認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「体裁整えの道具」への悪用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現場鉄男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本人確認の多重化（eKYC等）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市場規模の不足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鬼頭CFO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既存PFへの機能組込みも並行検討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顧客主体性の法的証明が困難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石橋法務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第三者立会い・ビデオ証言の検討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法的リスク（深刻度：高）が2件 → 法律意見書の取得が最優先事項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推奨アクションプラン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3つの検証を並行実施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743200" cy="54864"/>
          </a:xfrm>
          <a:prstGeom prst="rect">
            <a:avLst/>
          </a:prstGeom>
          <a:solidFill>
            <a:srgbClr val="4A7CFF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691640"/>
            <a:ext cx="457200" cy="457200"/>
          </a:xfrm>
          <a:prstGeom prst="ellipse">
            <a:avLst/>
          </a:prstGeom>
          <a:solidFill>
            <a:srgbClr val="4A7CFF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ニーズ検証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元保険営業マン5名にヒアリング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SNS/noteで問題提起記事を発信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エンゲージメントで反応を測定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237744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華山CMO＋大学社長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期限: 1〜2週間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50876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508760"/>
            <a:ext cx="27432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169164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747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法的検証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保険業界に強い弁護士リストアップ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競業避止・保険業法・個人情報保護法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法律意見書の骨子を取得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840480"/>
            <a:ext cx="237744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石橋法務＋世話田総務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期限: 3週間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50876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508760"/>
            <a:ext cx="27432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Shape 23"/>
          <p:cNvSpPr/>
          <p:nvPr/>
        </p:nvSpPr>
        <p:spPr>
          <a:xfrm>
            <a:off x="7269480" y="16916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ビジネスモデル検証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単独サービスの収支シミュレーション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既存PF機能組込みモデル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業界団体向けSaaSモデル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840480"/>
            <a:ext cx="237744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鬼頭CFO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期限: 2週間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アクションアイテム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108960"/>
                <a:gridCol w="2011680"/>
                <a:gridCol w="11887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アクション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担当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優先度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元保険営業マン5名にヒアリング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華山CMO＋大学社長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2週間以内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SNS/noteで問題提起記事を発信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華山CMO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1週間以内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弁護士リストアップ＋初回相談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石橋法務＋世話田総務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3週間以内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収益モデル3パターン収支シミュレーション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鬼頭CFO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2週間以内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競合・類似サービス徹底調査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堅実CTO＋華山CMO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2週間以内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Googleフォームで簡易プロトタイプ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堅実CTO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3週間以内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次のステップ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444752"/>
            <a:ext cx="274320" cy="274320"/>
          </a:xfrm>
          <a:prstGeom prst="ellipse">
            <a:avLst/>
          </a:prstGeom>
          <a:solidFill>
            <a:srgbClr val="4A7CFF"/>
          </a:solidFill>
          <a:ln/>
        </p:spPr>
      </p:sp>
      <p:sp>
        <p:nvSpPr>
          <p:cNvPr id="5" name="Shape 3"/>
          <p:cNvSpPr/>
          <p:nvPr/>
        </p:nvSpPr>
        <p:spPr>
          <a:xfrm>
            <a:off x="1216152" y="1719072"/>
            <a:ext cx="36576" cy="502920"/>
          </a:xfrm>
          <a:prstGeom prst="rect">
            <a:avLst/>
          </a:prstGeom>
          <a:solidFill>
            <a:srgbClr val="8B95B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SNS/noteで問題提起記事を発信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267712"/>
            <a:ext cx="274320" cy="27432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2542032"/>
            <a:ext cx="36576" cy="502920"/>
          </a:xfrm>
          <a:prstGeom prst="rect">
            <a:avLst/>
          </a:prstGeom>
          <a:solidFill>
            <a:srgbClr val="8B95B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2週間後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ヒアリング完了・競合調査・収支シミュレーション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090672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3週間後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法律意見書取得・簡易プロトタイプ完成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65760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4A7CFF">
              <a:alpha val="20000"/>
            </a:srgbClr>
          </a:solidFill>
          <a:ln w="19050">
            <a:solidFill>
              <a:srgbClr val="4A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703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第2回役員会議：2026年6月9日（予定）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605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 /  Pivot  /  Kill  の判断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顧客選択権プラットフォーム 初回役員会議サマリー</dc:title>
  <dc:subject>PptxGenJS Presentation</dc:subject>
  <dc:creator>焼肉ここから AI役員会</dc:creator>
  <cp:lastModifiedBy>焼肉ここから AI役員会</cp:lastModifiedBy>
  <cp:revision>1</cp:revision>
  <dcterms:created xsi:type="dcterms:W3CDTF">2026-05-19T00:25:37Z</dcterms:created>
  <dcterms:modified xsi:type="dcterms:W3CDTF">2026-05-19T00:25:37Z</dcterms:modified>
</cp:coreProperties>
</file>